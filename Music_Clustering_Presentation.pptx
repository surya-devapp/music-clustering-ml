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Music Clustering &amp; 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Core Implementation: clustering_model.py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Manual curation of large libraries is unscalable.</a:t>
            </a:r>
          </a:p>
          <a:p>
            <a:pPr/>
            <a:r>
              <a:t>Limitation: static genre tags don't capture audio 'vibe'.</a:t>
            </a:r>
          </a:p>
          <a:p>
            <a:pPr/>
            <a:r>
              <a:t>Solution: Unsupervised clustering based on acoustic features.</a:t>
            </a:r>
          </a:p>
          <a:p>
            <a:pPr/>
            <a:r>
              <a:t>Result: Automated, data-driven playlist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(clustering_model.py)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Transformation: Normalizes skewed features (Speechiness, etc.).</a:t>
            </a:r>
          </a:p>
          <a:p>
            <a:pPr/>
            <a:r>
              <a:t>Robust Scaling: Uses IQR to handle audio outliers safely.</a:t>
            </a:r>
          </a:p>
          <a:p>
            <a:pPr/>
            <a:r>
              <a:t>Feature Extraction: 10 audio features normalized for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with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PCA: Reduced 10 dimensions to 2 Principal Components.</a:t>
            </a:r>
          </a:p>
          <a:p>
            <a:pPr/>
            <a:r>
              <a:t>Handles multicollinearity between related features (Energy/Loudness).</a:t>
            </a:r>
          </a:p>
          <a:p>
            <a:pPr/>
            <a:r>
              <a:t>Enables clear 2D visualization for business stakeholders.</a:t>
            </a:r>
          </a:p>
          <a:p>
            <a:pPr/>
            <a:r>
              <a:t>Removes noise while retaining ~95% of variance.</a:t>
            </a:r>
          </a:p>
        </p:txBody>
      </p:sp>
      <p:pic>
        <p:nvPicPr>
          <p:cNvPr id="4" name="Picture 3" descr="cluster_visualization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5143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Strategy (K-Means)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K-Means: Reliable, fast, and easy to interpret.</a:t>
            </a:r>
          </a:p>
          <a:p>
            <a:pPr/>
            <a:r>
              <a:t>Optimization: Elbow Method &amp; Silhouette Analysis.</a:t>
            </a:r>
          </a:p>
          <a:p>
            <a:pPr/>
            <a:r>
              <a:t>Optimal K: Determined to be 4 clusters.</a:t>
            </a:r>
          </a:p>
          <a:p>
            <a:pPr/>
            <a:r>
              <a:t>Performance: Silhouette Score ~0.91 (Excellent separation).</a:t>
            </a:r>
          </a:p>
        </p:txBody>
      </p:sp>
      <p:pic>
        <p:nvPicPr>
          <p:cNvPr id="4" name="Picture 3" descr="elbow_silhouet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9875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Top Tracks: 5 most representative songs per cluster.</a:t>
            </a:r>
          </a:p>
          <a:p>
            <a:pPr/>
            <a:r>
              <a:t>Auto-Summaries: Technical characterization of vibes.</a:t>
            </a:r>
          </a:p>
          <a:p>
            <a:pPr/>
            <a:r>
              <a:t>Cluster Profiles: Distribution and feature heatmaps.</a:t>
            </a:r>
          </a:p>
          <a:p>
            <a:pPr/>
            <a:r>
              <a:t>Export Module: Labeled CSV and Trained Model (.pkl).</a:t>
            </a:r>
          </a:p>
        </p:txBody>
      </p:sp>
      <p:pic>
        <p:nvPicPr>
          <p:cNvPr id="4" name="Picture 3" descr="cluster_featu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high cohesion with &gt;90% validation score.</a:t>
            </a:r>
          </a:p>
          <a:p>
            <a:pPr/>
            <a:r>
              <a:t>Automated Smart Playlists: Coffee Shop vs. Workout Vibe.</a:t>
            </a:r>
          </a:p>
          <a:p>
            <a:pPr/>
            <a:r>
              <a:t>Inventory Gap Analysis via Cluster Profiling.</a:t>
            </a:r>
          </a:p>
          <a:p>
            <a:pPr/>
            <a:r>
              <a:t>Targeted Advertising based on user vibe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transformed audio data into actionable clusters.</a:t>
            </a:r>
          </a:p>
          <a:p>
            <a:pPr/>
            <a:r>
              <a:t>Robust pipeline (Preprocessing -&gt; PCA -&gt; K-Means).</a:t>
            </a:r>
          </a:p>
          <a:p>
            <a:pPr/>
            <a:r>
              <a:t>Production ready for API integration.</a:t>
            </a:r>
          </a:p>
          <a:p>
            <a:pPr/>
            <a:r>
              <a:t>Scalable to millions of tracks.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